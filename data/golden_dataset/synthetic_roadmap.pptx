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Phoenix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Q3 Goal: Launch MVP by September 30th.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